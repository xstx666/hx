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杯子小子的大冒险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E6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一场关于杯子的神奇旅程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👋 大家好！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274320"/>
            <a:ext cx="914400" cy="914400"/>
          </a:xfrm>
          <a:prstGeom prst="ellipse">
            <a:avLst/>
          </a:prstGeom>
          <a:solidFill>
            <a:srgbClr val="FFE66D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4114800"/>
            <a:ext cx="1097280" cy="1097280"/>
          </a:xfrm>
          <a:prstGeom prst="ellipse">
            <a:avLst/>
          </a:prstGeom>
          <a:solidFill>
            <a:srgbClr val="4ECDC4">
              <a:alpha val="7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👋 认识一下我的朋友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1188720"/>
            <a:ext cx="2743200" cy="2743200"/>
          </a:xfrm>
          <a:prstGeom prst="ellipse">
            <a:avLst/>
          </a:prstGeom>
          <a:solidFill>
            <a:srgbClr val="4ECDC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Cuppy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0" y="1371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💧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大家好！我叫Cuppy！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是一个来自杯子王国的快乐小杯子~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今天我要带大家去冒险！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6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故事开始啦！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7315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88720" y="1737360"/>
            <a:ext cx="6766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在一个美丽的早晨，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杯子小子Cuppy从梦中醒来……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他发现自己的家里有好多好多不同的杯子！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每个杯子都有自己的故事……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ECD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第一站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杯子家族的厨房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🍳</a:t>
            </a:r>
            <a:endParaRPr lang="en-US" sz="6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🥛 厨房里的杯子家族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2560320"/>
          </a:xfrm>
          <a:prstGeom prst="roundRect">
            <a:avLst>
              <a:gd name="adj" fmla="val 7500"/>
            </a:avLst>
          </a:prstGeom>
          <a:solidFill>
            <a:srgbClr val="74B9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🥛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牛奶杯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34640" y="1188720"/>
            <a:ext cx="1828800" cy="2560320"/>
          </a:xfrm>
          <a:prstGeom prst="roundRect">
            <a:avLst>
              <a:gd name="adj" fmla="val 7500"/>
            </a:avLst>
          </a:prstGeom>
          <a:solidFill>
            <a:srgbClr val="55EFC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34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🥤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83464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饮料杯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1828800" cy="2560320"/>
          </a:xfrm>
          <a:prstGeom prst="roundRect">
            <a:avLst>
              <a:gd name="adj" fmla="val 7500"/>
            </a:avLst>
          </a:prstGeom>
          <a:solidFill>
            <a:srgbClr val="FFA07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☕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93776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咖啡杯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040880" y="1188720"/>
            <a:ext cx="1828800" cy="2560320"/>
          </a:xfrm>
          <a:prstGeom prst="roundRect">
            <a:avLst>
              <a:gd name="adj" fmla="val 7500"/>
            </a:avLst>
          </a:prstGeom>
          <a:solidFill>
            <a:srgbClr val="A29BF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🍵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04088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茶杯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每个杯子都有自己特别的用处哦！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4B9FF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4B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玻璃杯的秘密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🔮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玻璃杯的特点：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透明的，能看到里面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滑滑的，很光滑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晶晶亮亮的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用完要轻轻洗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74B9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🏺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Cuppy说：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玻璃杯像水晶一样漂亮！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但是要小心不要摔破哦，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碎玻璃会割伤小手的！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3657600" cy="3657600"/>
          </a:xfrm>
          <a:prstGeom prst="ellipse">
            <a:avLst/>
          </a:prstGeom>
          <a:solidFill>
            <a:srgbClr val="55EFC4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5E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塑料杯的神奇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🛍️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塑料杯的特点：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💪 摔不破，很坚固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颜色五彩缤纷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🪶 轻轻的，拿起来不累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♻️ 可以回收再利用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55EFC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🎈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Cuppy说：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塑料杯很适合出去玩的时候用！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而且上面还可以印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好多可爱的图案呢！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FA07A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陶瓷杯的温暖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🏺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陶瓷杯的特点：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上面有漂亮的图案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☕ 保温效果很好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💝 摸起来暖暖的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很有中国传统文化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FFA07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☕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Cuppy说：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陶瓷杯最适合喝热热的饮品！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冬天捧着它，手都暖暖的~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743200"/>
            <a:ext cx="3657600" cy="3657600"/>
          </a:xfrm>
          <a:prstGeom prst="ellipse">
            <a:avLst/>
          </a:prstGeom>
          <a:solidFill>
            <a:srgbClr val="A29BFE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29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纸杯的本领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📄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纸杯的特点：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🌿 用完可以扔掉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🤗 用起来很方便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上面可以画画写字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🧹 卫生又干净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A29BF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🎂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Cuppy说：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开派对的时候纸杯最有用啦！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而且还可以自己装饰哦~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4B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🥤 第二站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神奇的饮品世界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💧🍎🥛☕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4B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💧 杯子和水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💧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743200" y="137160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水是生命之源！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每天我们要喝6-8杯水哦！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水可以帮助我们：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更聪明   🏃 更有力气   💪 不生病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74B9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Cuppy提醒：多喝水可以变聪明哦！记得口渴了就要喝水！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🥛 杯子和牛奶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🥛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743200" y="137160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牛奶是营养宝库！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牛奶里有：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🦴 钙 - 让骨头更结实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蛋白质 - 让大脑更聪明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74B9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Cuppy提醒：每天一杯奶，身体棒棒哒！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🍎 杯子和果汁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🍹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743200" y="137160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果汁甜甜的真好喝！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水果里有：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🍊 维生素C - 让皮肤美美的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🍌 纤维 - 让肚子更舒服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F6B6B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Cuppy提醒：果汁虽好，但也要多吃新鲜水果哦！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A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☕ 杯子和热饮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🍫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743200" y="137160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热热的一杯，暖暖的心~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冬天可以喝：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☕ 热可可（小朋友要少喝哦）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🍵 暖暖的蜂蜜水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FA07A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Cuppy提醒：热饮很暖，但要注意安全，不要烫到自己！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A29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第三站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世界各地的杯子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🏺🎎🥡🇨🇳</a:t>
            </a:r>
            <a:endParaRPr lang="en-US" sz="4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🇨🇳 中国的茶杯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🍵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200400" y="146304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中国是茶的故乡！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🇨🇳 中国人喝茶有几千年的历史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🍵 喝茶可以提神、解渴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👵 喝杯茶，休息一下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茶道是一种很重要的文化哦！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🇯🇵 日本的茶碗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🍵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200400" y="146304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日本茶道很特别！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🇯🇵 日本人喝茶很讲究仪式感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🎎 茶碗很有艺术感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🙏 喝茶时要安静、有礼貌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他们还会用抹茶做抹茶蛋糕呢！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A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🇪🇺 欧洲的咖啡杯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☕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200400" y="146304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欧洲人喜欢喝咖啡！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🇫🇷 法国人喜欢小小的浓缩咖啡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🇮🇹 意大利人有漂亮的浓缩咖啡杯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欧洲的杯子图案很精致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不过小朋友要少喝咖啡哦！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55EF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🏭 第四站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杯子是怎样诞生的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🔨🏗️⚙️</a:t>
            </a:r>
            <a:endParaRPr lang="en-US" sz="4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4B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🔮 玻璃杯的制作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74B9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⛰️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挖出沙子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51760" y="109728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74B9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176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🔥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651760" y="25603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高温熔化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74B9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👄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846320" y="25603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吹出形状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40880" y="109728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74B9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❄️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040880" y="25603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冷却成型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沙子经过1000多度的高温，就能变成透明的玻璃啦！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🏺 陶瓷杯的制作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FFA07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🟤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揉泥巴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51760" y="109728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FFA07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176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🎨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651760" y="25603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做成杯子形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FFA07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🎨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846320" y="25603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画上图案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40880" y="109728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FFA07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🔥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040880" y="25603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烧制成型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陶瓷需要烧制两次才能变得又硬又漂亮！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5E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🛍️ 塑料杯的制作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55EFC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🛢️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石油变成塑料粒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51760" y="109728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55EFC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176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🌡️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651760" y="25603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加热融化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55EFC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📦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846320" y="25603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压进模具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40880" y="109728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55EFC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❄️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040880" y="25603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冷却完成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塑料杯是用石油做成的，很轻但也很耐用！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6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💝 第五站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怎样爱护我们的杯子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💧🧹✨</a:t>
            </a:r>
            <a:endParaRPr lang="en-US" sz="4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🧹 怎样清洗杯子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4ECDC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💧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用清水冲洗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把脏东西冲掉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109728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4ECDC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176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🧴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651760" y="24688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挤点洗洁精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打出泡泡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4ECDC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🧽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用海绵刷刷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里里外外都刷到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40880" y="109728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4ECDC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💧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040880" y="24688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用清水冲干净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泡泡都要冲掉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每次用完杯子都要洗干净，这样才卫生哦！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使用杯子的安全常识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5E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正确做法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✔️ 拿杯子要握稳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✔️ 热饮要等凉一点再喝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✔️ 玻璃杯要轻拿轻放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✔️ 自己的杯子自己用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危险做法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✖️ 不要用杯子打闹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✖️ 不要装太烫的水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✖️ 不要咬杯子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✖️ 不要互相喝别人的水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828800"/>
          </a:xfrm>
          <a:prstGeom prst="roundRect">
            <a:avLst>
              <a:gd name="adj" fmla="val 7500"/>
            </a:avLst>
          </a:prstGeom>
          <a:solidFill>
            <a:srgbClr val="FF6B6B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Cuppy的安全小贴士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小朋友使用杯子时，一定要有大人帮忙哦！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尤其是装热水或者用玻璃杯的时候！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55EF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🌱 第六站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环保小卫士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♻️🌍💚</a:t>
            </a:r>
            <a:endParaRPr lang="en-US" sz="4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5E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♻️ 杯子的回收利用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931920"/>
          </a:xfrm>
          <a:prstGeom prst="roundRect">
            <a:avLst>
              <a:gd name="adj" fmla="val 3488"/>
            </a:avLst>
          </a:prstGeom>
          <a:solidFill>
            <a:srgbClr val="74B9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🔵 塑料杯回收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塑料杯可以回收哦！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♻️ 回收后的塑料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可以做成：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🎒 新书包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👟 运动鞋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🛋️ 塑料椅子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931920"/>
          </a:xfrm>
          <a:prstGeom prst="roundRect">
            <a:avLst>
              <a:gd name="adj" fmla="val 3488"/>
            </a:avLst>
          </a:prstGeom>
          <a:solidFill>
            <a:srgbClr val="FFA07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🟤 纸杯回收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纸杯也可以回收！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♻️ 回收后的纸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可以做成：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新的纸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 笔记本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纸箱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5E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我们可以做什么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2743200"/>
          </a:xfrm>
          <a:prstGeom prst="roundRect">
            <a:avLst>
              <a:gd name="adj" fmla="val 6818"/>
            </a:avLst>
          </a:prstGeom>
          <a:solidFill>
            <a:srgbClr val="55EFC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💧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喝水杯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省纸张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51760" y="1097280"/>
            <a:ext cx="2011680" cy="2743200"/>
          </a:xfrm>
          <a:prstGeom prst="roundRect">
            <a:avLst>
              <a:gd name="adj" fmla="val 6818"/>
            </a:avLst>
          </a:prstGeom>
          <a:solidFill>
            <a:srgbClr val="55EFC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176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🔄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651760" y="24688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多次使用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2011680" cy="2743200"/>
          </a:xfrm>
          <a:prstGeom prst="roundRect">
            <a:avLst>
              <a:gd name="adj" fmla="val 6818"/>
            </a:avLst>
          </a:prstGeom>
          <a:solidFill>
            <a:srgbClr val="55EFC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♻️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分类投放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垃圾桶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40880" y="1097280"/>
            <a:ext cx="2011680" cy="2743200"/>
          </a:xfrm>
          <a:prstGeom prst="roundRect">
            <a:avLst>
              <a:gd name="adj" fmla="val 6818"/>
            </a:avLst>
          </a:prstGeom>
          <a:solidFill>
            <a:srgbClr val="55EFC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0" y="1280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🌳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040880" y="24688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多种树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保护地球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1005840"/>
          </a:xfrm>
          <a:prstGeom prst="roundRect">
            <a:avLst>
              <a:gd name="adj" fmla="val 13636"/>
            </a:avLst>
          </a:prstGeom>
          <a:solidFill>
            <a:srgbClr val="FFE66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💚 保护环境，从我做起！从小事做起！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8E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🤓 第七站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杯子趣味小知识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🤓💡🎉</a:t>
            </a:r>
            <a:endParaRPr lang="en-US" sz="4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29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 杯子世界之最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828800"/>
          </a:xfrm>
          <a:prstGeom prst="roundRect">
            <a:avLst>
              <a:gd name="adj" fmla="val 7500"/>
            </a:avLst>
          </a:prstGeom>
          <a:solidFill>
            <a:srgbClr val="A29BF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🦕 最大的杯子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有一个杯子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比一头大象还高！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有3米多高呢！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1828800"/>
          </a:xfrm>
          <a:prstGeom prst="roundRect">
            <a:avLst>
              <a:gd name="adj" fmla="val 7500"/>
            </a:avLst>
          </a:prstGeom>
          <a:solidFill>
            <a:srgbClr val="74B9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🐜 最小的杯子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有的杯子小到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要用放大镜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才能看清楚！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931920" cy="1828800"/>
          </a:xfrm>
          <a:prstGeom prst="roundRect">
            <a:avLst>
              <a:gd name="adj" fmla="val 7500"/>
            </a:avLst>
          </a:prstGeom>
          <a:solidFill>
            <a:srgbClr val="FFA07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🏺 最早使用杯子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早在1万年前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人类就开始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使用杯子啦！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3931920" cy="1828800"/>
          </a:xfrm>
          <a:prstGeom prst="roundRect">
            <a:avLst>
              <a:gd name="adj" fmla="val 7500"/>
            </a:avLst>
          </a:prstGeom>
          <a:solidFill>
            <a:srgbClr val="55EFC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💎 最贵的杯子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36576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有的古代茶杯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价值几百万呢！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是用金子做的！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📜 杯子的小历史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🐚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143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远古时代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0" y="11430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人们用贝壳、葫芦喝水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05740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🏺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45920" y="2103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1万年前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21031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开始用泥土做陶杯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01752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🔮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645920" y="3063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5000年前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30632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古埃及人做出玻璃杯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9776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🛍️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645920" y="4023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0" y="40233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有了塑料杯、保温杯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ECD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731520"/>
            <a:ext cx="3108960" cy="3108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017520" y="1645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Cuppy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017520" y="10972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💧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👋 小朋友们，再见啦！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记得要多喝水，爱护你的杯子哦！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6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🎉 谢谢大家！ 🎉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E6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💧 喝水要喝8杯水 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E6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🧡 杯子是我们的好朋友 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E6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保护环境，从我做起 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274320"/>
            <a:ext cx="1371600" cy="1371600"/>
          </a:xfrm>
          <a:prstGeom prst="ellipse">
            <a:avLst/>
          </a:prstGeom>
          <a:solidFill>
            <a:srgbClr val="FFE66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5200" y="3657600"/>
            <a:ext cx="1371600" cy="1371600"/>
          </a:xfrm>
          <a:prstGeom prst="ellipse">
            <a:avLst/>
          </a:prstGeom>
          <a:solidFill>
            <a:srgbClr val="4ECDC4">
              <a:alpha val="7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杯子小子的大冒险</dc:title>
  <dc:subject>PptxGenJS Presentation</dc:subject>
  <dc:creator>Cuppy老师</dc:creator>
  <cp:lastModifiedBy>Cuppy老师</cp:lastModifiedBy>
  <cp:revision>1</cp:revision>
  <dcterms:created xsi:type="dcterms:W3CDTF">2026-06-05T16:01:48Z</dcterms:created>
  <dcterms:modified xsi:type="dcterms:W3CDTF">2026-06-05T16:01:48Z</dcterms:modified>
</cp:coreProperties>
</file>